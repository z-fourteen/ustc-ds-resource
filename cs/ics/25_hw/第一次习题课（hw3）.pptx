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27884-8BFE-59B2-5E86-575D2E80A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E15710-23D9-F5B6-6FBC-F7C2748F2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9E75B-D603-9C9C-D32E-F55508AF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51922-1B17-60FE-2ACF-E8D5AC6B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0729B2-332C-32D2-F1EE-3251EC9F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1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039BC-DD4A-0887-D1D1-688616C8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74A97-8A88-9F6A-5613-482D68C3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330AAA-FFF9-B7B7-95F2-B2FA1666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49AD26-F02F-80C5-E67D-5E746771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57A1D6-A509-8543-DA17-5CC4A344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81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10476-1DE0-9CA0-5B7B-8D58B80C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D66E5-1486-E593-ADB2-ED3CCCC8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F23DA-0640-CDFB-A1D1-F2959BDC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461F1-59FC-2577-4634-3D8618B4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E921E-369D-929E-9989-ADF8A274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85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BE5AF-E8F8-400F-2EC1-06DEDDDA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2BAAF-A14A-BD6A-97DE-B0C6C37F8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B7C3A8-1E7F-A4E2-3CAA-48BFCA5AF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F8ED9-5EEF-037C-CB13-B3315C49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F07BDF-85EC-7E32-8B79-3403002B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6E2E00-4EBA-B91C-C678-0B62FCA5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1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268DE-6D73-3F7A-70FD-F369B4E0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4AEAAD-EFAA-3B61-A49C-0DF9D0903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488F80-7B6B-6708-46B7-BD2BC212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1AE241-51A2-0EF9-25C0-66E815722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146196-18B9-19C9-AB19-F0BC9E95F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6C2472-FF14-43C1-8A51-79EC3CD3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36798A-11C1-D5C3-9223-5753935F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AE7871-FC58-2B3E-0EA6-5A352F5D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89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85567-1F4F-E884-96C6-1DD94931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3BA876-8904-F06D-AD69-7284384C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BB3A59-ABF1-C8E1-1086-08995C59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42A36B-53FD-2762-2CD7-3ED63B3F1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6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ADA1DB-40F6-3590-6F64-E7A1125A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EB7EF6-6218-2D1B-B484-D940F493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0ECB1E-9A71-0A0D-5467-974672AD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71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95D41-C322-48DD-38B5-9AF3CA1B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FB47A-D87A-298C-8506-EA80EE58C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66D431-13F5-9403-8F06-ADDDD2467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472E92-240F-4951-207C-132A8147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5FEF3B-2C01-A0D9-0569-DE9A1693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CA0EE1-C229-EC09-CD7E-ECC207D8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73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8EFF6-E8A9-3FAB-C80E-29FC13B0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BC79A6-73F0-F180-22CF-DC7DEFA1B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BEBB4-F75E-BECF-A9A4-D90D35DC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6C4C11-1A13-D267-F690-5C1EAF78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232FF-57EF-E97F-F8F8-98247FB8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F75368-BAC0-65A1-0D9B-64294634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68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B0011-5F94-F52B-B5C4-AF8361F4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A2381F-AE46-A31A-011E-3FE1A53D1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AC46B-A677-6E22-9FF4-86426F1F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E2752-A6A5-BF8A-831D-2A796C27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84BEB-9AE8-E0EA-0A3D-F760E3E5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9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13BC18-6658-AE17-A3B5-36F4B5EC2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06E8A-387B-9097-1DC0-F3B21CA6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197EE-66AD-CDA5-082B-AFEA19E2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50C554-C1F9-9609-60D6-586D4A01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8B167-0B7E-B992-B01D-4DDDEC1D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1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D23A7E-A01D-49C0-B50A-06DC83E1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2BB435-C158-8235-912C-5E31EE4D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BC1421-42F4-F93C-407A-D9BAFF9DF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77F4-F148-4520-919B-73ACD6CC13F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E92A5B-6CC7-6912-B25B-4BC132005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D9256-9E54-E888-8DF7-02AC64FBD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1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22EF5-ADC1-CF1F-4FA7-F82AD2F65D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第一次习题课（</a:t>
            </a:r>
            <a:r>
              <a:rPr lang="en-US" altLang="zh-CN" dirty="0"/>
              <a:t>hw3</a:t>
            </a:r>
            <a:r>
              <a:rPr lang="zh-CN" altLang="en-US" dirty="0"/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D766C8-56C6-41AB-61FC-E5FEAED0D0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                                                                                    by </a:t>
            </a:r>
            <a:r>
              <a:rPr lang="zh-CN" altLang="en-US" dirty="0"/>
              <a:t>殷一鸣</a:t>
            </a:r>
          </a:p>
        </p:txBody>
      </p:sp>
    </p:spTree>
    <p:extLst>
      <p:ext uri="{BB962C8B-B14F-4D97-AF65-F5344CB8AC3E}">
        <p14:creationId xmlns:p14="http://schemas.microsoft.com/office/powerpoint/2010/main" val="1322146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00E1-C99D-4846-A108-6CA12DEA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T1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A410E5C-B5E4-4D4F-0EC1-08588AF88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533" y="478005"/>
            <a:ext cx="4885267" cy="547112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D92D393-6F2F-E798-0AB0-D8F3BB63CC3E}"/>
              </a:ext>
            </a:extLst>
          </p:cNvPr>
          <p:cNvSpPr txBox="1"/>
          <p:nvPr/>
        </p:nvSpPr>
        <p:spPr>
          <a:xfrm>
            <a:off x="838200" y="1690688"/>
            <a:ext cx="54017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）看图写真值表（看清线就行）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）根据（</a:t>
            </a:r>
            <a:r>
              <a:rPr lang="en-US" altLang="zh-CN" dirty="0"/>
              <a:t>1</a:t>
            </a:r>
            <a:r>
              <a:rPr lang="zh-CN" altLang="en-US" dirty="0"/>
              <a:t>）的真值表画状态机（逐行画，注意输出的</a:t>
            </a:r>
            <a:r>
              <a:rPr lang="en-US" altLang="zh-CN" dirty="0"/>
              <a:t>s0</a:t>
            </a:r>
            <a:r>
              <a:rPr lang="zh-CN" altLang="en-US" dirty="0"/>
              <a:t>‘，</a:t>
            </a:r>
            <a:r>
              <a:rPr lang="en-US" altLang="zh-CN" dirty="0"/>
              <a:t>s1’</a:t>
            </a:r>
            <a:r>
              <a:rPr lang="zh-CN" altLang="en-US" dirty="0"/>
              <a:t>为下一次输入的</a:t>
            </a:r>
            <a:r>
              <a:rPr lang="en-US" altLang="zh-CN" dirty="0"/>
              <a:t>s0,s1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7017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DD0EEDC-C9DC-84C9-F974-D1AF01509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67" y="0"/>
            <a:ext cx="5317067" cy="6464025"/>
          </a:xfrm>
        </p:spPr>
      </p:pic>
    </p:spTree>
    <p:extLst>
      <p:ext uri="{BB962C8B-B14F-4D97-AF65-F5344CB8AC3E}">
        <p14:creationId xmlns:p14="http://schemas.microsoft.com/office/powerpoint/2010/main" val="199564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16C7C-A05D-45F3-F682-FCCFD142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65267" cy="1074208"/>
          </a:xfrm>
        </p:spPr>
        <p:txBody>
          <a:bodyPr/>
          <a:lstStyle/>
          <a:p>
            <a:r>
              <a:rPr lang="en-US" altLang="zh-CN" dirty="0"/>
              <a:t>T2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583F389-5671-A719-65BF-1304502C6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288" y="254429"/>
            <a:ext cx="5664491" cy="392450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65510E-F56E-D636-1C84-A76D54DA3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288" y="4153140"/>
            <a:ext cx="5569236" cy="20829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4414E16-0F80-1A6A-6AD9-B8678E40B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78931"/>
            <a:ext cx="4838949" cy="19876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4CECDD3-AFFD-66AD-5C6A-43C95694CA53}"/>
              </a:ext>
            </a:extLst>
          </p:cNvPr>
          <p:cNvSpPr txBox="1"/>
          <p:nvPr/>
        </p:nvSpPr>
        <p:spPr>
          <a:xfrm>
            <a:off x="999066" y="1439334"/>
            <a:ext cx="4838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AND R0,R0,0</a:t>
            </a:r>
          </a:p>
          <a:p>
            <a:r>
              <a:rPr lang="en-US" altLang="zh-CN" dirty="0"/>
              <a:t>ADD R0,R0,0x10(2)</a:t>
            </a:r>
          </a:p>
          <a:p>
            <a:r>
              <a:rPr lang="en-US" altLang="zh-CN" dirty="0"/>
              <a:t>if(&gt;=0)BR PCoffset9  (</a:t>
            </a:r>
            <a:r>
              <a:rPr lang="zh-CN" altLang="en-US" dirty="0"/>
              <a:t>注意此时</a:t>
            </a:r>
            <a:r>
              <a:rPr lang="en-US" altLang="zh-CN" dirty="0"/>
              <a:t>PC</a:t>
            </a:r>
            <a:r>
              <a:rPr lang="zh-CN" altLang="en-US" dirty="0"/>
              <a:t>已是</a:t>
            </a:r>
            <a:r>
              <a:rPr lang="en-US" altLang="zh-CN" dirty="0"/>
              <a:t>x3003)</a:t>
            </a:r>
          </a:p>
          <a:p>
            <a:r>
              <a:rPr lang="en-US" altLang="zh-CN" dirty="0"/>
              <a:t>ADD R0,R0, 0X11(3)</a:t>
            </a:r>
          </a:p>
          <a:p>
            <a:r>
              <a:rPr lang="en-US" altLang="zh-CN" dirty="0"/>
              <a:t>ADD R0,R0, 0X1(1)</a:t>
            </a:r>
          </a:p>
          <a:p>
            <a:r>
              <a:rPr lang="en-US" altLang="zh-CN" dirty="0"/>
              <a:t>TRAP 0010 0101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038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E54D4-9DB7-EC56-292D-9FEC3831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15DB6C-CF06-B057-051C-CC3E8BA26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503" y="1591734"/>
            <a:ext cx="6041352" cy="1730988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CF452D-B3E6-2A51-8DF6-49C4D6168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117" y="3710824"/>
            <a:ext cx="5393901" cy="18241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E4F3FA-DD5F-C953-F551-2C52161EE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82" y="2080154"/>
            <a:ext cx="6049747" cy="226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1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4E1E4-5E87-58E4-2CB3-118BF1E0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T4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15A9D7-BF05-7DB7-7E9A-44D6CD656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56100"/>
            <a:ext cx="7269309" cy="212120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C7A75E-E506-4948-31BD-87CB82122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561909"/>
            <a:ext cx="7909788" cy="141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6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4D327-FB20-C9EF-07FA-6A325983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T5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D4275D2-F8FA-D4CC-C7C5-916A71C6C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728" y="1690688"/>
            <a:ext cx="6165961" cy="267579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F82DA0-D74B-4665-31CA-30951C2C5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94" y="2201354"/>
            <a:ext cx="4895634" cy="14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9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807CB-0146-D903-EF0A-95AF01D5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T6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517EFD5-3AA3-1D00-5DEE-FC5FBEC3D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30" y="1591733"/>
            <a:ext cx="6372972" cy="4287141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11FA02F-13E1-37D7-9FC1-5037E54FF0DA}"/>
              </a:ext>
            </a:extLst>
          </p:cNvPr>
          <p:cNvCxnSpPr/>
          <p:nvPr/>
        </p:nvCxnSpPr>
        <p:spPr>
          <a:xfrm>
            <a:off x="7408333" y="4588933"/>
            <a:ext cx="584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192BA15-D7B8-70E5-E7AE-A56151710F77}"/>
              </a:ext>
            </a:extLst>
          </p:cNvPr>
          <p:cNvCxnSpPr/>
          <p:nvPr/>
        </p:nvCxnSpPr>
        <p:spPr>
          <a:xfrm>
            <a:off x="7408333" y="4292600"/>
            <a:ext cx="508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DAB1A7A-4145-170F-68A2-74FB0CB4DA5A}"/>
              </a:ext>
            </a:extLst>
          </p:cNvPr>
          <p:cNvCxnSpPr/>
          <p:nvPr/>
        </p:nvCxnSpPr>
        <p:spPr>
          <a:xfrm>
            <a:off x="7408333" y="3735303"/>
            <a:ext cx="584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47CF80-06FE-EB88-9811-A47AA7F9086F}"/>
              </a:ext>
            </a:extLst>
          </p:cNvPr>
          <p:cNvCxnSpPr/>
          <p:nvPr/>
        </p:nvCxnSpPr>
        <p:spPr>
          <a:xfrm>
            <a:off x="7361766" y="3496733"/>
            <a:ext cx="584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F2DB76E2-EF9F-10CE-5C72-664759711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1" y="1456266"/>
            <a:ext cx="4375273" cy="4880112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28473AC-0930-019E-5851-30F5C2A11BE4}"/>
              </a:ext>
            </a:extLst>
          </p:cNvPr>
          <p:cNvCxnSpPr/>
          <p:nvPr/>
        </p:nvCxnSpPr>
        <p:spPr>
          <a:xfrm>
            <a:off x="8833721" y="4588933"/>
            <a:ext cx="584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0E5B24A-29FE-E213-420D-DBAAC0EC9911}"/>
              </a:ext>
            </a:extLst>
          </p:cNvPr>
          <p:cNvCxnSpPr/>
          <p:nvPr/>
        </p:nvCxnSpPr>
        <p:spPr>
          <a:xfrm>
            <a:off x="8833721" y="4848909"/>
            <a:ext cx="5842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84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679D8-776C-CF8D-BF30-D2F1CCB1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T8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0F08E7D-14DE-1068-88B5-39D4163ED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73" y="1376347"/>
            <a:ext cx="5664491" cy="62868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D698422-B407-26EF-46B2-4366FDEC7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621" y="2157429"/>
            <a:ext cx="5645440" cy="2914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6781B9-D37B-9C13-8A02-DC525C137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87" y="1565201"/>
            <a:ext cx="5563773" cy="335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DB916-DF42-7DFB-09B3-F887A269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T9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5EA43E-823F-3AFC-CE32-5BB121A27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044" y="817366"/>
            <a:ext cx="6994873" cy="304727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58A160-5FB9-1F73-6282-89E473872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64" y="4316878"/>
            <a:ext cx="5318451" cy="185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38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098CE-A983-63DE-137D-800282F8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T10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0FE2762-22C0-FA82-F995-2FACC8A7F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06" y="3052125"/>
            <a:ext cx="8015874" cy="2003969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7D4006-5F93-DAB1-19C6-14C169A52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95" y="1967205"/>
            <a:ext cx="6006577" cy="99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8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FC055-1C54-CF41-F743-2B76C33A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T7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zh-CN" altLang="en-US" dirty="0">
                <a:solidFill>
                  <a:srgbClr val="FF0000"/>
                </a:solidFill>
              </a:rPr>
              <a:t>一定要会*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5353E80-010C-8AD3-0E1C-4462A1A6F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243" y="365124"/>
            <a:ext cx="7659690" cy="3063875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FD83A2-EBBA-C47D-DFAE-CA6B3433E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6813177" cy="344244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9A032ED-934C-FBD8-CE0A-16CB15BEA663}"/>
              </a:ext>
            </a:extLst>
          </p:cNvPr>
          <p:cNvSpPr txBox="1"/>
          <p:nvPr/>
        </p:nvSpPr>
        <p:spPr>
          <a:xfrm>
            <a:off x="8032376" y="1389529"/>
            <a:ext cx="430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010384-3FE1-E078-EAE0-718CF9CFD2D2}"/>
              </a:ext>
            </a:extLst>
          </p:cNvPr>
          <p:cNvSpPr txBox="1"/>
          <p:nvPr/>
        </p:nvSpPr>
        <p:spPr>
          <a:xfrm>
            <a:off x="10838330" y="1758861"/>
            <a:ext cx="56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110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34F16F-0473-CBF2-F84E-37AA4ADDBBD0}"/>
              </a:ext>
            </a:extLst>
          </p:cNvPr>
          <p:cNvSpPr txBox="1"/>
          <p:nvPr/>
        </p:nvSpPr>
        <p:spPr>
          <a:xfrm>
            <a:off x="9343465" y="1386221"/>
            <a:ext cx="679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4003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5BD233-0C06-9498-8467-1B402C832788}"/>
              </a:ext>
            </a:extLst>
          </p:cNvPr>
          <p:cNvSpPr txBox="1"/>
          <p:nvPr/>
        </p:nvSpPr>
        <p:spPr>
          <a:xfrm>
            <a:off x="10655252" y="1386221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10110</a:t>
            </a:r>
            <a:endParaRPr lang="zh-CN" altLang="en-US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BB3B11-E58A-5E98-EFB1-7EAE3F7B15B3}"/>
              </a:ext>
            </a:extLst>
          </p:cNvPr>
          <p:cNvSpPr txBox="1"/>
          <p:nvPr/>
        </p:nvSpPr>
        <p:spPr>
          <a:xfrm>
            <a:off x="9370359" y="1758861"/>
            <a:ext cx="679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4001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03527F-D945-0351-E220-78E52A27C55B}"/>
              </a:ext>
            </a:extLst>
          </p:cNvPr>
          <p:cNvSpPr txBox="1"/>
          <p:nvPr/>
        </p:nvSpPr>
        <p:spPr>
          <a:xfrm>
            <a:off x="4093088" y="4896114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10110</a:t>
            </a:r>
            <a:endParaRPr lang="zh-CN" alt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094D74-5548-A45C-DE78-CE6E60FDF31D}"/>
              </a:ext>
            </a:extLst>
          </p:cNvPr>
          <p:cNvSpPr txBox="1"/>
          <p:nvPr/>
        </p:nvSpPr>
        <p:spPr>
          <a:xfrm>
            <a:off x="8032376" y="2187203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C233BA-8622-B389-12CB-FF2C48D8CEFF}"/>
              </a:ext>
            </a:extLst>
          </p:cNvPr>
          <p:cNvSpPr txBox="1"/>
          <p:nvPr/>
        </p:nvSpPr>
        <p:spPr>
          <a:xfrm>
            <a:off x="9374841" y="2145070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4002</a:t>
            </a:r>
            <a:endParaRPr lang="zh-CN" altLang="en-US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A45816-C0B4-A58E-ED15-EC7904AC12E0}"/>
              </a:ext>
            </a:extLst>
          </p:cNvPr>
          <p:cNvSpPr txBox="1"/>
          <p:nvPr/>
        </p:nvSpPr>
        <p:spPr>
          <a:xfrm>
            <a:off x="10684387" y="2167603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01101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0D0B8A-FE47-52D4-4B59-14E85358ACB5}"/>
              </a:ext>
            </a:extLst>
          </p:cNvPr>
          <p:cNvSpPr txBox="1"/>
          <p:nvPr/>
        </p:nvSpPr>
        <p:spPr>
          <a:xfrm>
            <a:off x="9321053" y="1027906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4000</a:t>
            </a:r>
            <a:endParaRPr lang="zh-CN" altLang="en-US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115C99-DF6B-B510-77D6-5BA41E324761}"/>
              </a:ext>
            </a:extLst>
          </p:cNvPr>
          <p:cNvSpPr txBox="1"/>
          <p:nvPr/>
        </p:nvSpPr>
        <p:spPr>
          <a:xfrm>
            <a:off x="4093088" y="4562163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11110</a:t>
            </a:r>
            <a:endParaRPr lang="zh-CN" altLang="en-US" sz="1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62C257-EA69-AAA8-2B08-6DACB581CC45}"/>
              </a:ext>
            </a:extLst>
          </p:cNvPr>
          <p:cNvSpPr txBox="1"/>
          <p:nvPr/>
        </p:nvSpPr>
        <p:spPr>
          <a:xfrm>
            <a:off x="2470475" y="5234668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01101</a:t>
            </a:r>
            <a:endParaRPr lang="zh-CN" altLang="en-US" sz="1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4A066D-DC46-757E-9991-E57C67EC69AE}"/>
              </a:ext>
            </a:extLst>
          </p:cNvPr>
          <p:cNvSpPr txBox="1"/>
          <p:nvPr/>
        </p:nvSpPr>
        <p:spPr>
          <a:xfrm>
            <a:off x="4097570" y="5239272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01101</a:t>
            </a:r>
            <a:endParaRPr lang="zh-CN" altLang="en-US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F852828-1664-19E6-8B75-8853828C0706}"/>
              </a:ext>
            </a:extLst>
          </p:cNvPr>
          <p:cNvSpPr txBox="1"/>
          <p:nvPr/>
        </p:nvSpPr>
        <p:spPr>
          <a:xfrm>
            <a:off x="5737412" y="5234668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01101</a:t>
            </a:r>
            <a:endParaRPr lang="zh-CN" altLang="en-US" sz="16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082D1C-880A-4DBF-3C7F-D142569875D7}"/>
              </a:ext>
            </a:extLst>
          </p:cNvPr>
          <p:cNvSpPr txBox="1"/>
          <p:nvPr/>
        </p:nvSpPr>
        <p:spPr>
          <a:xfrm>
            <a:off x="8032376" y="2545815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W</a:t>
            </a:r>
            <a:endParaRPr lang="zh-CN" altLang="en-US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DD44BF-B52F-18C7-3F75-E6C5E878E72D}"/>
              </a:ext>
            </a:extLst>
          </p:cNvPr>
          <p:cNvSpPr txBox="1"/>
          <p:nvPr/>
        </p:nvSpPr>
        <p:spPr>
          <a:xfrm>
            <a:off x="9371901" y="2554104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4003</a:t>
            </a:r>
            <a:endParaRPr lang="zh-CN" altLang="en-US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F927976-77C3-3038-2133-651B26BB4DB9}"/>
              </a:ext>
            </a:extLst>
          </p:cNvPr>
          <p:cNvSpPr txBox="1"/>
          <p:nvPr/>
        </p:nvSpPr>
        <p:spPr>
          <a:xfrm>
            <a:off x="10684387" y="2540243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01101</a:t>
            </a:r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138BD53-32F6-0F56-14A5-D8F81D478564}"/>
              </a:ext>
            </a:extLst>
          </p:cNvPr>
          <p:cNvSpPr txBox="1"/>
          <p:nvPr/>
        </p:nvSpPr>
        <p:spPr>
          <a:xfrm>
            <a:off x="4093087" y="5590292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10110</a:t>
            </a:r>
            <a:endParaRPr lang="zh-CN" altLang="en-US" sz="1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1DABCE-E99F-E4F2-4CC3-0E074C8D6BC2}"/>
              </a:ext>
            </a:extLst>
          </p:cNvPr>
          <p:cNvSpPr txBox="1"/>
          <p:nvPr/>
        </p:nvSpPr>
        <p:spPr>
          <a:xfrm>
            <a:off x="5741894" y="4896113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10110</a:t>
            </a:r>
            <a:endParaRPr lang="zh-CN" altLang="en-US" sz="16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AFF793-9886-65DB-6EC2-FA5F7B2F38BF}"/>
              </a:ext>
            </a:extLst>
          </p:cNvPr>
          <p:cNvSpPr txBox="1"/>
          <p:nvPr/>
        </p:nvSpPr>
        <p:spPr>
          <a:xfrm>
            <a:off x="5737411" y="4566767"/>
            <a:ext cx="74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11110</a:t>
            </a:r>
            <a:endParaRPr lang="zh-CN" altLang="en-US" sz="16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DCDFF4C-4ECD-0F70-B7F0-A62C979B89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669" y="4091780"/>
            <a:ext cx="5697772" cy="191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3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130</Words>
  <Application>Microsoft Office PowerPoint</Application>
  <PresentationFormat>宽屏</PresentationFormat>
  <Paragraphs>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第一次习题课（hw3）</vt:lpstr>
      <vt:lpstr>T1</vt:lpstr>
      <vt:lpstr>PowerPoint 演示文稿</vt:lpstr>
      <vt:lpstr>T2</vt:lpstr>
      <vt:lpstr>T3</vt:lpstr>
      <vt:lpstr>T4</vt:lpstr>
      <vt:lpstr>T5</vt:lpstr>
      <vt:lpstr>T6</vt:lpstr>
      <vt:lpstr>T8</vt:lpstr>
      <vt:lpstr>T9</vt:lpstr>
      <vt:lpstr>T10</vt:lpstr>
      <vt:lpstr>T7 *一定要会*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Spike Yin</dc:creator>
  <cp:lastModifiedBy>Spike Yin</cp:lastModifiedBy>
  <cp:revision>5</cp:revision>
  <dcterms:created xsi:type="dcterms:W3CDTF">2025-10-30T09:59:56Z</dcterms:created>
  <dcterms:modified xsi:type="dcterms:W3CDTF">2025-10-30T13:52:39Z</dcterms:modified>
</cp:coreProperties>
</file>